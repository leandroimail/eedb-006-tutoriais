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Ingestão de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em Big Data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dados de bancos e APIs para o data lake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 · Ecossistema de Big Data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 · movimentação de dados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Poli-USP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</p:sp>
      <p:pic>
        <p:nvPicPr>
          <p:cNvPr id="3" name="Image 0" descr="/private/tmp/claude-501/-Users-leandroimail-Documents-Big-Data/46548dac-03f9-4350-9127-15038cd5013e/scratchpad/deck-build/assets/circular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 ESQUECIDO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existe análise sem dado no lugar certo. Ingestão é o encanamento que sustenta tudo o mais.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a maior parte do esforço de engenharia de dados realmente acontece.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ingestão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origem ao lake: fronteira de entrada do pipeline.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× Streaming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agendados versus fluxo contínuo de eventos.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× ELT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transformar: antes ou depois de carregar.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Capture: capturar mudanças do banco em tempo quase real.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Meltano, dlt, Airbyte, Fivetran, Kafka Connect, Debezium.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Camadas do lake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Raw/bronze → silver → gold (arquitetura medalhão).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ingestão de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é mover dados de sistemas de origem para onde eles serão armazenados e processados.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Origens variadas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relacionais, APIs REST, arquivos, filas, SaaS, logs, IoT.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o data lake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(S3) em formato aberto e colunar (Parquet).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importa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Idempotência, reprocessamento, controle de estado e de esquema.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&amp; linhagem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de onde veio, quando e como — base para governança.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Cadência: batch × streaming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full × incremental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 transformação: ETL × ELT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pull × push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Padrões de carga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51300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037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 a tabela inteira a cada execução. Simples, mas caro em volume.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54832" y="1965960"/>
            <a:ext cx="251300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4832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086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02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0864" y="2834640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710864" y="3246120"/>
            <a:ext cx="2037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mudou desde a última carga (por data/ID). Eficiente e comum.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23864" y="1965960"/>
            <a:ext cx="251300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23864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6479896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6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9896" y="2834640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79896" y="3246120"/>
            <a:ext cx="2037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log de transações do banco e replica cada INSERT/UPDATE/DELETE.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92895" y="1965960"/>
            <a:ext cx="251300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92895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24892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087" y="234086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48927" y="2834640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ingest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48927" y="3246120"/>
            <a:ext cx="2037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chegam continuamente e são gravados quase em tempo real.</a:t>
            </a:r>
            <a:endParaRPr lang="en-US" sz="1250" dirty="0"/>
          </a:p>
        </p:txBody>
      </p:sp>
      <p:pic>
        <p:nvPicPr>
          <p:cNvPr id="29" name="Image 4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× ELT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69080"/>
                <a:gridCol w="4096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(transforma antes)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(transforma depois)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transforma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um motor externo, antes de carregar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próprio destino (lake/warehouse)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no destino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modelado e limpo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cru + camadas derivadas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Rígido; retrabalho ao mudar regra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Alto; reprocessa do cru quando quiser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ao motor de ETL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o poder do lake/warehouse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Tendência atual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Legado / casos específicos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no Big Data e na nuvem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Data moderno, ELT domina: carregue barato e transforme com Spark/SQL sobre o lake.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de ingestão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frameworks declarativos a plataformas gerenciadas e captura de mudanças.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Meltano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conectores Singer (taps/targets); ELT declarativo em YAML.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7842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7842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387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3874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dlt (data load tool)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33874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Python: pipelines de ingestão como código, com schema automático.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9885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9885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591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5917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Airbyte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5917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conectores open source, com UI e agendamento.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85800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6" name="Shape 21"/>
          <p:cNvSpPr/>
          <p:nvPr/>
        </p:nvSpPr>
        <p:spPr>
          <a:xfrm>
            <a:off x="941832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777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Fivetran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41832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gerenciado de ELT: conectores prontos, zero manutenção.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377842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77842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2" name="Shape 26"/>
          <p:cNvSpPr/>
          <p:nvPr/>
        </p:nvSpPr>
        <p:spPr>
          <a:xfrm>
            <a:off x="4633874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7777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3874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Connect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4633874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source/sink para integrar sistemas via Kafka.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069885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69885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5917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77774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25917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Debezium</a:t>
            </a:r>
            <a:endParaRPr lang="en-US" sz="1550" dirty="0"/>
          </a:p>
        </p:txBody>
      </p:sp>
      <p:sp>
        <p:nvSpPr>
          <p:cNvPr id="41" name="Text 33"/>
          <p:cNvSpPr/>
          <p:nvPr/>
        </p:nvSpPr>
        <p:spPr>
          <a:xfrm>
            <a:off x="8325917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sobre o log do banco (Postgres, MySQL) publicando em Kafka.</a:t>
            </a:r>
            <a:endParaRPr lang="en-US" sz="1250" dirty="0"/>
          </a:p>
        </p:txBody>
      </p:sp>
      <p:pic>
        <p:nvPicPr>
          <p:cNvPr id="42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Meltano (Singer)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&amp; Targets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lê da origem; target escreve no destino — padrão Singer.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meltano.yml: fontes, destinos e agendamento.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Plugável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grande de conectores da comunidade.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ELT-first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e carrega; transformação fica no destino (dbt/Spark).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meltano — CLI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meltano add extractor tap-postgres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meltano add loader   target-parquet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meltano config tap-postgres set host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extrai 'vendas' do Postgres -&gt; Parquet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meltano run tap-postgres target-parquet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3: Postgres → S3 (Parquet) com Meltano.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dlt — ingestão como código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pipeline em Python; roda em qualquer lugar.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automático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 e evolui o schema do destino sozinho.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REST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APIs paginadas, como a PokéAPI do tutorial.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variados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Filesystem/S3, DuckDB, warehouses — Parquet incluso.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dlt — pipeline Python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dlt, requests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@dlt.resource(name="pokemon")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pokemon():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= "https://pokeapi.co/api/v2/pokemon"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url: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requests.get(url).json()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r["results"]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 = r["next"]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dlt.pipeline(destination="filesystem",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dataset_name="raw")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pipe.run(pokemon())   # -&gt; Parquet no lake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3: API REST → S3 (Parquet) com dlt.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PRÁTICO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Ingestão de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tutorial (1/4 da nota) constrói pipelines reais de ingestão, local e na AWS.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PostgreSQL (tabela de vendas) e uma API REST pública (PokéAPI).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do Postgres e carregar no data lake em Parquet.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+ Python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Ingerir a API REST paginada e gravar no mesmo lake.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 AWS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MiniStack (S3 local) e depois RDS + EC2 + S3 via Terraform.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 4.x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1.x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MiniStack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(AWS)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 da aula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REIS, J.; HOUSLEY, M.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Engineering.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2022.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KLEPPMANN, M.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2017.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GORELIK, A.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Big Data Lake.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2019.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&amp; PADRÕES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 / SINGER. 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e conectores.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DLTHUB. 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— documentação oficial.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DEBEZIUM. 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 — guia.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Ingestão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Próxima: Streaming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ingestão em lote e o conceito de CDC.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aula leva o dado ao extremo da velocidade: streaming em tempo real.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1</cp:revision>
  <dcterms:created xsi:type="dcterms:W3CDTF">2026-07-16T15:21:17Z</dcterms:created>
  <dcterms:modified xsi:type="dcterms:W3CDTF">2026-07-16T15:21:17Z</dcterms:modified>
</cp:coreProperties>
</file>